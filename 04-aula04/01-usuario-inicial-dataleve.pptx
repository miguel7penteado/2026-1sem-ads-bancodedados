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02" r:id="rId3"/>
    <p:sldId id="301" r:id="rId4"/>
    <p:sldId id="257" r:id="rId5"/>
    <p:sldId id="258" r:id="rId6"/>
    <p:sldId id="259" r:id="rId7"/>
    <p:sldId id="260" r:id="rId8"/>
    <p:sldId id="261" r:id="rId9"/>
    <p:sldId id="262" r:id="rId10"/>
    <p:sldId id="303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304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x="10693400" cy="7327900"/>
  <p:notesSz cx="10693400" cy="73279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1392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1385824"/>
            <a:ext cx="9089390" cy="938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2503424"/>
            <a:ext cx="7485380" cy="1117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028192"/>
            <a:ext cx="4651629" cy="29504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028192"/>
            <a:ext cx="4651629" cy="29504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178816"/>
            <a:ext cx="9624060" cy="715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028192"/>
            <a:ext cx="9624060" cy="29504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4157472"/>
            <a:ext cx="3421888" cy="22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4157472"/>
            <a:ext cx="2459482" cy="22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4157472"/>
            <a:ext cx="2459482" cy="22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1EC9C48-7030-A815-0C8B-24B210AEC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70" y="311150"/>
            <a:ext cx="9624060" cy="1219200"/>
          </a:xfrm>
        </p:spPr>
        <p:txBody>
          <a:bodyPr/>
          <a:lstStyle/>
          <a:p>
            <a:pPr algn="ctr"/>
            <a:r>
              <a:rPr lang="pt-BR" sz="2800" dirty="0"/>
              <a:t>Como utilizar o GIT (</a:t>
            </a:r>
            <a:r>
              <a:rPr lang="pt-BR" sz="2800" dirty="0" err="1"/>
              <a:t>GitHUB</a:t>
            </a:r>
            <a:r>
              <a:rPr lang="pt-BR" sz="2800" dirty="0"/>
              <a:t>) para fazer e submeter exercícios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72CB7D1-93AC-ECEA-EFFE-B676FF609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7731" y="1377950"/>
            <a:ext cx="9624060" cy="541686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4400" dirty="0"/>
              <a:t>Bifurcar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4400" dirty="0"/>
              <a:t>Espelhar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4400" dirty="0"/>
              <a:t>Alterar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4400" dirty="0"/>
              <a:t>Devolver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4400" dirty="0"/>
              <a:t>Professor Incorpora sua atualização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4400" dirty="0"/>
              <a:t>Você sincroniza para obter as atualizações que você (e os colegas) fizeram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5C134B-AE48-96C0-D561-8511C3DEB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70" y="178816"/>
            <a:ext cx="9624060" cy="677108"/>
          </a:xfrm>
        </p:spPr>
        <p:txBody>
          <a:bodyPr/>
          <a:lstStyle/>
          <a:p>
            <a:pPr algn="ctr"/>
            <a:r>
              <a:rPr lang="pt-BR" sz="4400" dirty="0"/>
              <a:t>BIFURCAR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31904E-C167-1388-05CA-AAFAB421E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877" y="2444750"/>
            <a:ext cx="9624060" cy="27699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Bifurcar é fazer o “FORK” na linguagem do GITHUB</a:t>
            </a:r>
          </a:p>
        </p:txBody>
      </p:sp>
    </p:spTree>
    <p:extLst>
      <p:ext uri="{BB962C8B-B14F-4D97-AF65-F5344CB8AC3E}">
        <p14:creationId xmlns:p14="http://schemas.microsoft.com/office/powerpoint/2010/main" val="1344488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880FA27-BBAE-1FC6-32F7-E48F78103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B54119D9-43BC-7FE0-6A00-00A654914AE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93525"/>
            <a:ext cx="10312400" cy="408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412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180" y="996950"/>
            <a:ext cx="10307040" cy="4165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615950"/>
            <a:ext cx="10312400" cy="5683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225550"/>
            <a:ext cx="10312400" cy="29308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149350"/>
            <a:ext cx="10312400" cy="29308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748" y="996950"/>
            <a:ext cx="10311904" cy="42582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700" y="920750"/>
            <a:ext cx="10414000" cy="45389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0A714-CE15-525F-1FB4-AFD36219B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E4D98-F154-CA17-AB34-22DBB6F9D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70" y="387350"/>
            <a:ext cx="9624060" cy="677108"/>
          </a:xfrm>
        </p:spPr>
        <p:txBody>
          <a:bodyPr/>
          <a:lstStyle/>
          <a:p>
            <a:pPr algn="ctr"/>
            <a:r>
              <a:rPr lang="pt-BR" sz="4400" dirty="0"/>
              <a:t>ESPELHAR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4B93D4-9225-C08E-FD41-F93BC56F8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877" y="2444750"/>
            <a:ext cx="9624060" cy="27699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Espelhar é </a:t>
            </a:r>
            <a:r>
              <a:rPr lang="pt-BR" b="1" dirty="0"/>
              <a:t>criar um ramo </a:t>
            </a:r>
            <a:r>
              <a:rPr lang="pt-BR" dirty="0"/>
              <a:t>para fazer as edições;</a:t>
            </a:r>
          </a:p>
        </p:txBody>
      </p:sp>
    </p:spTree>
    <p:extLst>
      <p:ext uri="{BB962C8B-B14F-4D97-AF65-F5344CB8AC3E}">
        <p14:creationId xmlns:p14="http://schemas.microsoft.com/office/powerpoint/2010/main" val="1347363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225550"/>
            <a:ext cx="10312400" cy="3807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377950"/>
            <a:ext cx="10312400" cy="3807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377950"/>
            <a:ext cx="10312400" cy="3807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758950"/>
            <a:ext cx="10312400" cy="2624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2900" y="1530350"/>
            <a:ext cx="614680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043" y="1454150"/>
            <a:ext cx="10305313" cy="367383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900" y="1606550"/>
            <a:ext cx="10305313" cy="367383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682750"/>
            <a:ext cx="10312400" cy="314919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834" y="1682750"/>
            <a:ext cx="10297731" cy="33401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300" y="1530350"/>
            <a:ext cx="10300906" cy="3987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913" y="1803400"/>
            <a:ext cx="10299573" cy="37211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1D87A-41AE-83B3-6EA3-ABCB55DC7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893D8B-1630-0BC5-F5F3-FBF272094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70" y="178816"/>
            <a:ext cx="9624060" cy="677108"/>
          </a:xfrm>
        </p:spPr>
        <p:txBody>
          <a:bodyPr/>
          <a:lstStyle/>
          <a:p>
            <a:pPr algn="ctr"/>
            <a:r>
              <a:rPr lang="pt-BR" sz="4400" dirty="0"/>
              <a:t>ALTERAR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063778-2F7E-E299-0D4C-3FC7C09BD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877" y="2444750"/>
            <a:ext cx="9624060" cy="55399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Aqui você vai fazer as alterações (modificar, incorporar ) no código.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No caso você vai incorporar os exercícios;</a:t>
            </a:r>
          </a:p>
        </p:txBody>
      </p:sp>
    </p:spTree>
    <p:extLst>
      <p:ext uri="{BB962C8B-B14F-4D97-AF65-F5344CB8AC3E}">
        <p14:creationId xmlns:p14="http://schemas.microsoft.com/office/powerpoint/2010/main" val="1190072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633" y="1530350"/>
            <a:ext cx="10312133" cy="4152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078" y="1606550"/>
            <a:ext cx="10311244" cy="3098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100" y="1301750"/>
            <a:ext cx="10302773" cy="38227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377950"/>
            <a:ext cx="10312400" cy="403505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393" y="1073150"/>
            <a:ext cx="10304614" cy="416392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763587"/>
            <a:ext cx="10312400" cy="58007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30" y="1377950"/>
            <a:ext cx="10309339" cy="403314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177" y="996950"/>
            <a:ext cx="10305046" cy="46609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073150"/>
            <a:ext cx="10312400" cy="462261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225550"/>
            <a:ext cx="10312400" cy="390596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300" y="1377950"/>
            <a:ext cx="10312400" cy="390596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073150"/>
            <a:ext cx="10312400" cy="440793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861" y="190500"/>
            <a:ext cx="10309682" cy="69469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225550"/>
            <a:ext cx="10312400" cy="361933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100" y="1587500"/>
            <a:ext cx="9347200" cy="41529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259" y="1377950"/>
            <a:ext cx="10300881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530350"/>
            <a:ext cx="10312400" cy="413688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92087"/>
            <a:ext cx="10312400" cy="580072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530350"/>
            <a:ext cx="10312400" cy="338851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682750"/>
            <a:ext cx="10312400" cy="361723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606550"/>
            <a:ext cx="10312400" cy="301680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539" y="1301750"/>
            <a:ext cx="10304322" cy="45339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900" y="1606550"/>
            <a:ext cx="10296931" cy="291556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606550"/>
            <a:ext cx="10312400" cy="381880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301750"/>
            <a:ext cx="10312400" cy="414991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454150"/>
            <a:ext cx="10312400" cy="373071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500" y="1835150"/>
            <a:ext cx="7594600" cy="2324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80</Words>
  <Application>Microsoft Office PowerPoint</Application>
  <PresentationFormat>Personalizar</PresentationFormat>
  <Paragraphs>14</Paragraphs>
  <Slides>49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Como utilizar o GIT (GitHUB) para fazer e submeter exercícios</vt:lpstr>
      <vt:lpstr>BIFURCAR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ESPELHAR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ALTERAR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miguel</dc:creator>
  <cp:lastModifiedBy>MIGUEL PENTEADO</cp:lastModifiedBy>
  <cp:revision>2</cp:revision>
  <dcterms:created xsi:type="dcterms:W3CDTF">2026-03-09T22:10:03Z</dcterms:created>
  <dcterms:modified xsi:type="dcterms:W3CDTF">2026-03-09T22:26:36Z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2026-03-09T00:00:00Z</vt:filetime>
  </property>
  <property fmtid="{D5CDD505-2E9C-101B-9397-08002B2CF9AE}" pid="3" name="LastSaved">
    <vt:filetime>2026-03-09T00:00:00Z</vt:filetime>
  </property>
  <property fmtid="{D5CDD505-2E9C-101B-9397-08002B2CF9AE}" pid="4" name="Producer">
    <vt:lpwstr>3-Heights(TM) PDF Security Shell 4.8.25.2 (http://www.pdf-tools.com)</vt:lpwstr>
  </property>
</Properties>
</file>